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/>
            </a:pPr>
            <a:r>
              <a:t>UX Guardian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The Agentic Platform for Conversational UX &amp; 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Static Dashboards Are Dead (Conversational UX)</a:t>
            </a:r>
          </a:p>
          <a:p>
            <a:pPr lvl="1">
              <a:defRPr sz="2000"/>
            </a:pPr>
            <a:r>
              <a:t>Traditional tools output massive, unreadable spreadsheets.</a:t>
            </a:r>
          </a:p>
          <a:p>
            <a:pPr lvl="1">
              <a:defRPr sz="2000"/>
            </a:pPr>
            <a:r>
              <a:t>Developers are overwhelmed by jargon; executives can't see financial impact.</a:t>
            </a:r>
          </a:p>
          <a:p>
            <a:pPr lvl="1">
              <a:defRPr sz="2000"/>
            </a:pPr>
            <a:r>
              <a:t>Accessibility is treated as an afterthought because it's hard to visualize.</a:t>
            </a:r>
          </a:p>
          <a:p>
            <a:pPr lvl="1">
              <a:defRPr sz="2000"/>
            </a:pPr>
            <a:r>
              <a:t>Users shouldn't have to navigate 5 menus. Conversation IS the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Our Solution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Automated Multi-Modal Auditing</a:t>
            </a:r>
          </a:p>
          <a:p>
            <a:pPr lvl="1">
              <a:defRPr sz="2000"/>
            </a:pPr>
            <a:r>
              <a:t>Vision AI scans both code (DOM) and visual hierarchy (Screenshot).</a:t>
            </a:r>
          </a:p>
          <a:p>
            <a:pPr lvl="1">
              <a:defRPr sz="2000"/>
            </a:pPr>
            <a:r>
              <a:t>Generative UI Command Center</a:t>
            </a:r>
          </a:p>
          <a:p>
            <a:pPr lvl="1">
              <a:defRPr sz="2000"/>
            </a:pPr>
            <a:r>
              <a:t>Press Cmd+K to bypass dashboards. Chat with AI to render React widgets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Proving Accessibility (A11y)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Empathy-Driven Development</a:t>
            </a:r>
          </a:p>
          <a:p>
            <a:pPr lvl="1">
              <a:defRPr sz="2000"/>
            </a:pPr>
            <a:r>
              <a:t>The Empathy Simulator: Forces navigation via a synthetic screen-reader.</a:t>
            </a:r>
          </a:p>
          <a:p>
            <a:pPr lvl="1">
              <a:defRPr sz="2000"/>
            </a:pPr>
            <a:r>
              <a:t>The Voice Assistant: Conversational UI allowing hands-free interaction.</a:t>
            </a:r>
          </a:p>
          <a:p>
            <a:pPr lvl="1">
              <a:defRPr sz="2000"/>
            </a:pPr>
            <a:r>
              <a:t>Powered by Smallest.ai AWAAZ: Ultra-low latency, hyper-realistic TTS voices.</a:t>
            </a:r>
          </a:p>
          <a:p>
            <a:pPr lvl="1">
              <a:defRPr sz="2000"/>
            </a:pPr>
            <a:r>
              <a:t>We don't just audit for accessibility; our platform practices it natively.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Modern, Asynchronous Micro-Architecture</a:t>
            </a:r>
          </a:p>
          <a:p>
            <a:pPr lvl="1">
              <a:defRPr sz="2000"/>
            </a:pPr>
            <a:r>
              <a:t>Frontend: React 18, TypeScript, Tailwind CSS, Zustand, Framer Motion</a:t>
            </a:r>
          </a:p>
          <a:p>
            <a:pPr lvl="1">
              <a:defRPr sz="2000"/>
            </a:pPr>
            <a:r>
              <a:t>Backend: Python, FastAPI, Playwright (Headless Browser Automation)</a:t>
            </a:r>
          </a:p>
          <a:p>
            <a:pPr lvl="1">
              <a:defRPr sz="2000"/>
            </a:pPr>
            <a:r>
              <a:t>AI/LLM: Google Gemini 1.5 Pro &amp; Flash, Pydantic (JSON schema enforcement)</a:t>
            </a:r>
          </a:p>
          <a:p>
            <a:pPr lvl="1">
              <a:defRPr sz="2000"/>
            </a:pPr>
            <a:r>
              <a:t>Infrastructure: Docker &amp;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Technical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for Speed and Reliability</a:t>
            </a:r>
          </a:p>
          <a:p>
            <a:pPr lvl="1">
              <a:defRPr sz="2000"/>
            </a:pPr>
            <a:r>
              <a:t>Low Latency: Gemini 1.5 Flash drops multi-modal audit times to &lt;10 seconds.</a:t>
            </a:r>
          </a:p>
          <a:p>
            <a:pPr lvl="1">
              <a:defRPr sz="2000"/>
            </a:pPr>
            <a:r>
              <a:t>Zero-Cost Edge Compute: Voice Assistant &amp; Empathy Simulator run entirely client-side (0ms latency).</a:t>
            </a:r>
          </a:p>
          <a:p>
            <a:pPr lvl="1">
              <a:defRPr sz="2000"/>
            </a:pPr>
            <a:r>
              <a:t>Anti-Hallucination: Strict Pydantic schemas ensure AI returns parseable JSON arrays.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Calculating Revenue at Risk</a:t>
            </a:r>
          </a:p>
          <a:p>
            <a:pPr lvl="1">
              <a:defRPr sz="2000"/>
            </a:pPr>
            <a:r>
              <a:t>The ROI of UX: Algorithm correlates heuristic violations to estimated Conversion Drop-off.</a:t>
            </a:r>
          </a:p>
          <a:p>
            <a:pPr lvl="1">
              <a:defRPr sz="2000"/>
            </a:pPr>
            <a:r>
              <a:t>Actionable Metrics: Translates bad UX into hard dollars lost based on Traffic/AOV.</a:t>
            </a:r>
          </a:p>
          <a:p>
            <a:pPr lvl="1">
              <a:defRPr sz="2000"/>
            </a:pPr>
            <a:r>
              <a:t>Industry Benchmarking: Compare scores dynamically against E-commerce, SaaS, or Media averages.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Thank You</a:t>
            </a:r>
          </a:p>
          <a:p>
            <a:pPr lvl="1">
              <a:defRPr sz="2000"/>
            </a:pPr>
            <a:r>
              <a:t>Ready to experience the future of UX Auditing?</a:t>
            </a:r>
          </a:p>
          <a:p>
            <a:pPr lvl="1">
              <a:defRPr sz="2000"/>
            </a:pPr>
            <a:r>
              <a:t>We didn't build a dashboard. We built an Agentic Platform.</a:t>
            </a:r>
          </a:p>
          <a:p>
            <a:pPr lvl="1">
              <a:defRPr sz="2000"/>
            </a:pPr>
            <a:r>
              <a:t>Switching directly to the Live Demo...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